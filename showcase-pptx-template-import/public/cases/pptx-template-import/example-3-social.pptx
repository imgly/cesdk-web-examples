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layfair Display" charset="1" panose="00000000000000000000"/>
      <p:regular r:id="rId7"/>
    </p:embeddedFont>
    <p:embeddedFont>
      <p:font typeface="Playfair Display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325" y="-3238500"/>
            <a:ext cx="10658475" cy="13935075"/>
          </a:xfrm>
          <a:custGeom>
            <a:avLst/>
            <a:gdLst/>
            <a:ahLst/>
            <a:cxnLst/>
            <a:rect r="r" b="b" t="t" l="l"/>
            <a:pathLst>
              <a:path h="13935075" w="10658475">
                <a:moveTo>
                  <a:pt x="0" y="0"/>
                </a:moveTo>
                <a:lnTo>
                  <a:pt x="10658475" y="0"/>
                </a:lnTo>
                <a:lnTo>
                  <a:pt x="10658475" y="13935075"/>
                </a:lnTo>
                <a:lnTo>
                  <a:pt x="0" y="13935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7425" y="2257425"/>
            <a:ext cx="5772150" cy="4857750"/>
          </a:xfrm>
          <a:custGeom>
            <a:avLst/>
            <a:gdLst/>
            <a:ahLst/>
            <a:cxnLst/>
            <a:rect r="r" b="b" t="t" l="l"/>
            <a:pathLst>
              <a:path h="4857750" w="5772150">
                <a:moveTo>
                  <a:pt x="0" y="0"/>
                </a:moveTo>
                <a:lnTo>
                  <a:pt x="5772150" y="0"/>
                </a:lnTo>
                <a:lnTo>
                  <a:pt x="5772150" y="4857750"/>
                </a:lnTo>
                <a:lnTo>
                  <a:pt x="0" y="4857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7425" y="7048500"/>
            <a:ext cx="5772150" cy="981075"/>
          </a:xfrm>
          <a:custGeom>
            <a:avLst/>
            <a:gdLst/>
            <a:ahLst/>
            <a:cxnLst/>
            <a:rect r="r" b="b" t="t" l="l"/>
            <a:pathLst>
              <a:path h="981075" w="5772150">
                <a:moveTo>
                  <a:pt x="0" y="0"/>
                </a:moveTo>
                <a:lnTo>
                  <a:pt x="5772150" y="0"/>
                </a:lnTo>
                <a:lnTo>
                  <a:pt x="577215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68388" y="5933589"/>
            <a:ext cx="5061147" cy="81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7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 our Live-Podcast about live </a:t>
            </a:r>
          </a:p>
          <a:p>
            <a:pPr algn="l">
              <a:lnSpc>
                <a:spcPts val="3306"/>
              </a:lnSpc>
            </a:pPr>
            <a:r>
              <a:rPr lang="en-US" sz="27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lessons straight from the oven.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14912" y="7390914"/>
            <a:ext cx="268253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2"/>
              </a:lnSpc>
            </a:pPr>
            <a:r>
              <a:rPr lang="en-US" sz="181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Every sunday — 8.30 pm.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4583" y="2560453"/>
            <a:ext cx="3883085" cy="143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2"/>
              </a:lnSpc>
            </a:pPr>
            <a:r>
              <a:rPr lang="en-US" b="true" sz="491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How good </a:t>
            </a:r>
          </a:p>
          <a:p>
            <a:pPr algn="l">
              <a:lnSpc>
                <a:spcPts val="5902"/>
              </a:lnSpc>
            </a:pPr>
            <a:r>
              <a:rPr lang="en-US" b="true" sz="491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is Bread?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DAG1YptFgzc</dc:identifier>
  <dcterms:modified xsi:type="dcterms:W3CDTF">2011-08-01T06:04:30Z</dcterms:modified>
  <cp:revision>1</cp:revision>
  <dc:title>showcase-file-3.psd</dc:title>
</cp:coreProperties>
</file>