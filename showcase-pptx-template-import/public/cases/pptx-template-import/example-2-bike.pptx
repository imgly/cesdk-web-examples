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Inter" charset="1" panose="020B0502030000000004"/>
      <p:regular r:id="rId7"/>
    </p:embeddedFont>
    <p:embeddedFont>
      <p:font typeface="Anton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1746" y="0"/>
            <a:ext cx="4377924" cy="10287000"/>
          </a:xfrm>
          <a:custGeom>
            <a:avLst/>
            <a:gdLst/>
            <a:ahLst/>
            <a:cxnLst/>
            <a:rect r="r" b="b" t="t" l="l"/>
            <a:pathLst>
              <a:path h="10287000" w="4377924">
                <a:moveTo>
                  <a:pt x="0" y="0"/>
                </a:moveTo>
                <a:lnTo>
                  <a:pt x="4377924" y="0"/>
                </a:lnTo>
                <a:lnTo>
                  <a:pt x="43779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075" t="0" r="0" b="-1083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19670" y="0"/>
            <a:ext cx="7268330" cy="10287000"/>
          </a:xfrm>
          <a:custGeom>
            <a:avLst/>
            <a:gdLst/>
            <a:ahLst/>
            <a:cxnLst/>
            <a:rect r="r" b="b" t="t" l="l"/>
            <a:pathLst>
              <a:path h="10287000" w="7268330">
                <a:moveTo>
                  <a:pt x="0" y="0"/>
                </a:moveTo>
                <a:lnTo>
                  <a:pt x="7268330" y="0"/>
                </a:lnTo>
                <a:lnTo>
                  <a:pt x="72683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9" t="0" r="0" b="-1243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3231044" y="7297022"/>
            <a:ext cx="2181379" cy="1665781"/>
          </a:xfrm>
          <a:custGeom>
            <a:avLst/>
            <a:gdLst/>
            <a:ahLst/>
            <a:cxnLst/>
            <a:rect r="r" b="b" t="t" l="l"/>
            <a:pathLst>
              <a:path h="1665781" w="2181379">
                <a:moveTo>
                  <a:pt x="0" y="0"/>
                </a:moveTo>
                <a:lnTo>
                  <a:pt x="2181379" y="0"/>
                </a:lnTo>
                <a:lnTo>
                  <a:pt x="2181379" y="1665780"/>
                </a:lnTo>
                <a:lnTo>
                  <a:pt x="0" y="1665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33771" y="5034915"/>
            <a:ext cx="929193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00"/>
              </a:lnSpc>
              <a:spcBef>
                <a:spcPct val="0"/>
              </a:spcBef>
            </a:pPr>
            <a:r>
              <a:rPr lang="en-US" sz="1800" spc="68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MOUNTAINBIKING MADEIRA — A MOVIE BY JAMES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60900"/>
            <a:ext cx="7005071" cy="75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42"/>
              </a:lnSpc>
            </a:pPr>
            <a:r>
              <a:rPr lang="en-US" sz="5800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MOM WOULDN’T LIKE THIS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8375" y="7039222"/>
            <a:ext cx="2691368" cy="2181379"/>
            <a:chOff x="0" y="0"/>
            <a:chExt cx="3588491" cy="2908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36678"/>
              <a:ext cx="358849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PRESENTED BY—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93453"/>
              <a:ext cx="358849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PREVIEW—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69460"/>
              <a:ext cx="358849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JAMES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526236"/>
              <a:ext cx="358849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BERLIN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358849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RELEASE—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13732"/>
              <a:ext cx="3588491" cy="38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DECEMBER 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DAG1rVF6zCE</dc:identifier>
  <dcterms:modified xsi:type="dcterms:W3CDTF">2011-08-01T06:04:30Z</dcterms:modified>
  <cp:revision>1</cp:revision>
  <dc:title>Project Brief Deck</dc:title>
</cp:coreProperties>
</file>