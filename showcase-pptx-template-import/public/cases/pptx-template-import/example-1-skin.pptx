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10287000" cy="18288000"/>
  <p:notesSz cx="6858000" cy="9144000"/>
  <p:embeddedFontLst>
    <p:embeddedFont>
      <p:font typeface="Inter" charset="1" panose="020B0502030000000004"/>
      <p:regular r:id="rId7"/>
    </p:embeddedFont>
    <p:embeddedFont>
      <p:font typeface="Six Caps" charset="1" panose="02000508020000020004"/>
      <p:regular r:id="rId8"/>
    </p:embeddedFont>
    <p:embeddedFont>
      <p:font typeface="Inter Bold" charset="1" panose="020B0802030000000004"/>
      <p:regular r:id="rId9"/>
    </p:embeddedFont>
    <p:embeddedFont>
      <p:font typeface="Noto Serif Display ExtraCondensed Bold" charset="1" panose="02020806080505020204"/>
      <p:regular r:id="rId1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2E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0287000" cy="11220282"/>
          </a:xfrm>
          <a:custGeom>
            <a:avLst/>
            <a:gdLst/>
            <a:ahLst/>
            <a:cxnLst/>
            <a:rect r="r" b="b" t="t" l="l"/>
            <a:pathLst>
              <a:path h="11220282" w="10287000">
                <a:moveTo>
                  <a:pt x="0" y="0"/>
                </a:moveTo>
                <a:lnTo>
                  <a:pt x="10287000" y="0"/>
                </a:lnTo>
                <a:lnTo>
                  <a:pt x="10287000" y="11220282"/>
                </a:lnTo>
                <a:lnTo>
                  <a:pt x="0" y="11220282"/>
                </a:lnTo>
                <a:lnTo>
                  <a:pt x="0" y="0"/>
                </a:lnTo>
                <a:close/>
              </a:path>
            </a:pathLst>
          </a:custGeom>
          <a:blipFill>
            <a:blip r:embed="rId2"/>
            <a:stretch>
              <a:fillRect l="-4061" t="-29183" r="-15138" b="-34845"/>
            </a:stretch>
          </a:blipFill>
        </p:spPr>
      </p:sp>
      <p:grpSp>
        <p:nvGrpSpPr>
          <p:cNvPr name="Group 3" id="3"/>
          <p:cNvGrpSpPr/>
          <p:nvPr/>
        </p:nvGrpSpPr>
        <p:grpSpPr>
          <a:xfrm rot="0">
            <a:off x="-1673119" y="9436653"/>
            <a:ext cx="8533950" cy="853395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BB2"/>
            </a:solidFill>
          </p:spPr>
        </p:sp>
        <p:sp>
          <p:nvSpPr>
            <p:cNvPr name="TextBox 5" id="5"/>
            <p:cNvSpPr txBox="true"/>
            <p:nvPr/>
          </p:nvSpPr>
          <p:spPr>
            <a:xfrm>
              <a:off x="76200" y="19050"/>
              <a:ext cx="660400" cy="717550"/>
            </a:xfrm>
            <a:prstGeom prst="rect">
              <a:avLst/>
            </a:prstGeom>
          </p:spPr>
          <p:txBody>
            <a:bodyPr anchor="ctr" rtlCol="false" tIns="50800" lIns="50800" bIns="50800" rIns="50800"/>
            <a:lstStyle/>
            <a:p>
              <a:pPr algn="ctr">
                <a:lnSpc>
                  <a:spcPts val="3491"/>
                </a:lnSpc>
              </a:pPr>
            </a:p>
          </p:txBody>
        </p:sp>
      </p:grpSp>
      <p:sp>
        <p:nvSpPr>
          <p:cNvPr name="TextBox 6" id="6"/>
          <p:cNvSpPr txBox="true"/>
          <p:nvPr/>
        </p:nvSpPr>
        <p:spPr>
          <a:xfrm rot="0">
            <a:off x="383690" y="12959375"/>
            <a:ext cx="9625027" cy="3349829"/>
          </a:xfrm>
          <a:prstGeom prst="rect">
            <a:avLst/>
          </a:prstGeom>
        </p:spPr>
        <p:txBody>
          <a:bodyPr anchor="t" rtlCol="false" tIns="0" lIns="0" bIns="0" rIns="0">
            <a:spAutoFit/>
          </a:bodyPr>
          <a:lstStyle/>
          <a:p>
            <a:pPr algn="l">
              <a:lnSpc>
                <a:spcPts val="4485"/>
              </a:lnSpc>
            </a:pPr>
            <a:r>
              <a:rPr lang="en-US" sz="3093" spc="-117">
                <a:solidFill>
                  <a:srgbClr val="000000"/>
                </a:solidFill>
                <a:latin typeface="Inter"/>
                <a:ea typeface="Inter"/>
                <a:cs typeface="Inter"/>
                <a:sym typeface="Inter"/>
              </a:rPr>
              <a:t>Explore our carefully curated collection of premium skincare products, each crafted to nourish, rejuvenate, and protect your skin. From hydrating serums and rich moisturizers to revitalizing masks and gentle cleansers, every formula is designed to enhance your natural glow and support a healthy, radiant complexion.</a:t>
            </a:r>
          </a:p>
        </p:txBody>
      </p:sp>
      <p:sp>
        <p:nvSpPr>
          <p:cNvPr name="Freeform 7" id="7"/>
          <p:cNvSpPr/>
          <p:nvPr/>
        </p:nvSpPr>
        <p:spPr>
          <a:xfrm flipH="false" flipV="false" rot="0">
            <a:off x="6638738" y="5877481"/>
            <a:ext cx="3527883" cy="7664412"/>
          </a:xfrm>
          <a:custGeom>
            <a:avLst/>
            <a:gdLst/>
            <a:ahLst/>
            <a:cxnLst/>
            <a:rect r="r" b="b" t="t" l="l"/>
            <a:pathLst>
              <a:path h="7664412" w="3527883">
                <a:moveTo>
                  <a:pt x="0" y="0"/>
                </a:moveTo>
                <a:lnTo>
                  <a:pt x="3527882" y="0"/>
                </a:lnTo>
                <a:lnTo>
                  <a:pt x="3527882" y="7664413"/>
                </a:lnTo>
                <a:lnTo>
                  <a:pt x="0" y="7664413"/>
                </a:lnTo>
                <a:lnTo>
                  <a:pt x="0" y="0"/>
                </a:lnTo>
                <a:close/>
              </a:path>
            </a:pathLst>
          </a:custGeom>
          <a:blipFill>
            <a:blip r:embed="rId3"/>
            <a:stretch>
              <a:fillRect l="-33830" t="-15508" r="-36192" b="-15508"/>
            </a:stretch>
          </a:blipFill>
        </p:spPr>
      </p:sp>
      <p:grpSp>
        <p:nvGrpSpPr>
          <p:cNvPr name="Group 8" id="8"/>
          <p:cNvGrpSpPr/>
          <p:nvPr/>
        </p:nvGrpSpPr>
        <p:grpSpPr>
          <a:xfrm rot="0">
            <a:off x="8624827" y="10122986"/>
            <a:ext cx="468802" cy="468802"/>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BB2"/>
            </a:solidFill>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a:lnSpc>
                  <a:spcPts val="3491"/>
                </a:lnSpc>
              </a:pPr>
            </a:p>
          </p:txBody>
        </p:sp>
      </p:grpSp>
      <p:sp>
        <p:nvSpPr>
          <p:cNvPr name="TextBox 11" id="11"/>
          <p:cNvSpPr txBox="true"/>
          <p:nvPr/>
        </p:nvSpPr>
        <p:spPr>
          <a:xfrm rot="0">
            <a:off x="7766311" y="9778756"/>
            <a:ext cx="1225299" cy="813033"/>
          </a:xfrm>
          <a:prstGeom prst="rect">
            <a:avLst/>
          </a:prstGeom>
        </p:spPr>
        <p:txBody>
          <a:bodyPr anchor="t" rtlCol="false" tIns="0" lIns="0" bIns="0" rIns="0">
            <a:spAutoFit/>
          </a:bodyPr>
          <a:lstStyle/>
          <a:p>
            <a:pPr algn="ctr">
              <a:lnSpc>
                <a:spcPts val="4730"/>
              </a:lnSpc>
            </a:pPr>
            <a:r>
              <a:rPr lang="en-US" sz="9461" spc="-198">
                <a:solidFill>
                  <a:srgbClr val="05060A"/>
                </a:solidFill>
                <a:latin typeface="Six Caps"/>
                <a:ea typeface="Six Caps"/>
                <a:cs typeface="Six Caps"/>
                <a:sym typeface="Six Caps"/>
              </a:rPr>
              <a:t>SKIIN</a:t>
            </a:r>
          </a:p>
        </p:txBody>
      </p:sp>
      <p:sp>
        <p:nvSpPr>
          <p:cNvPr name="TextBox 12" id="12"/>
          <p:cNvSpPr txBox="true"/>
          <p:nvPr/>
        </p:nvSpPr>
        <p:spPr>
          <a:xfrm rot="0">
            <a:off x="4261128" y="17355247"/>
            <a:ext cx="5747588" cy="431963"/>
          </a:xfrm>
          <a:prstGeom prst="rect">
            <a:avLst/>
          </a:prstGeom>
        </p:spPr>
        <p:txBody>
          <a:bodyPr anchor="t" rtlCol="false" tIns="0" lIns="0" bIns="0" rIns="0">
            <a:spAutoFit/>
          </a:bodyPr>
          <a:lstStyle/>
          <a:p>
            <a:pPr algn="r">
              <a:lnSpc>
                <a:spcPts val="3491"/>
              </a:lnSpc>
            </a:pPr>
            <a:r>
              <a:rPr lang="en-US" b="true" sz="2493">
                <a:solidFill>
                  <a:srgbClr val="000000"/>
                </a:solidFill>
                <a:latin typeface="Inter Bold"/>
                <a:ea typeface="Inter Bold"/>
                <a:cs typeface="Inter Bold"/>
                <a:sym typeface="Inter Bold"/>
              </a:rPr>
              <a:t>www.reallygoodwebsite.com</a:t>
            </a:r>
          </a:p>
        </p:txBody>
      </p:sp>
      <p:sp>
        <p:nvSpPr>
          <p:cNvPr name="TextBox 13" id="13"/>
          <p:cNvSpPr txBox="true"/>
          <p:nvPr/>
        </p:nvSpPr>
        <p:spPr>
          <a:xfrm rot="0">
            <a:off x="383690" y="10777137"/>
            <a:ext cx="4812514" cy="1443247"/>
          </a:xfrm>
          <a:prstGeom prst="rect">
            <a:avLst/>
          </a:prstGeom>
        </p:spPr>
        <p:txBody>
          <a:bodyPr anchor="t" rtlCol="false" tIns="0" lIns="0" bIns="0" rIns="0">
            <a:spAutoFit/>
          </a:bodyPr>
          <a:lstStyle/>
          <a:p>
            <a:pPr algn="l">
              <a:lnSpc>
                <a:spcPts val="5761"/>
              </a:lnSpc>
            </a:pPr>
            <a:r>
              <a:rPr lang="en-US" b="true" sz="4646" spc="-157">
                <a:solidFill>
                  <a:srgbClr val="000000"/>
                </a:solidFill>
                <a:latin typeface="Noto Serif Display ExtraCondensed Bold"/>
                <a:ea typeface="Noto Serif Display ExtraCondensed Bold"/>
                <a:cs typeface="Noto Serif Display ExtraCondensed Bold"/>
                <a:sym typeface="Noto Serif Display ExtraCondensed Bold"/>
              </a:rPr>
              <a:t>NATURAL SKINCARE </a:t>
            </a:r>
          </a:p>
          <a:p>
            <a:pPr algn="l">
              <a:lnSpc>
                <a:spcPts val="5761"/>
              </a:lnSpc>
            </a:pPr>
            <a:r>
              <a:rPr lang="en-US" b="true" sz="4646" spc="-157">
                <a:solidFill>
                  <a:srgbClr val="000000"/>
                </a:solidFill>
                <a:latin typeface="Noto Serif Display ExtraCondensed Bold"/>
                <a:ea typeface="Noto Serif Display ExtraCondensed Bold"/>
                <a:cs typeface="Noto Serif Display ExtraCondensed Bold"/>
                <a:sym typeface="Noto Serif Display ExtraCondensed Bold"/>
              </a:rPr>
              <a:t>FOR EVERYBODY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DAG1rALpPVQ</dc:identifier>
  <dcterms:modified xsi:type="dcterms:W3CDTF">2011-08-01T06:04:30Z</dcterms:modified>
  <cp:revision>1</cp:revision>
  <dc:title>SKIN - PPTX Importer Example 1</dc:title>
</cp:coreProperties>
</file>